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d784d34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d784d34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e836aec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e836aec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e836aec06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e836aec0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d784d34a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d784d34a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e836aec0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e836aec0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d784d34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d784d34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e836aec06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e836aec06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e836aec06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e836aec06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8994"/>
            <a:ext cx="9144003" cy="26655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13900" y="3904500"/>
            <a:ext cx="2116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2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Group 10</a:t>
            </a:r>
            <a:endParaRPr b="1" sz="29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Progress so far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Goal of application: 	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Help people care for their plants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Basic 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functionality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	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Display plant information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Track health based on light, water and nutrition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				Suggest new plants to user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2287" y="3349955"/>
            <a:ext cx="1259076" cy="179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446" y="3349952"/>
            <a:ext cx="1259076" cy="1793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2637" y="3349958"/>
            <a:ext cx="1259076" cy="179354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2797263" y="3222325"/>
            <a:ext cx="3499500" cy="28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All requirements: Must-haves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0225"/>
            <a:ext cx="4260300" cy="3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Add rooms	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Add spots	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Import plant	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4. Delete plant	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5. Track attributes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6. Have database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7. Alert user	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Progress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8. Suggest plants	</a:t>
            </a: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Progress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054675" y="1150225"/>
            <a:ext cx="4919700" cy="3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9. Choose name and icon	</a:t>
            </a:r>
            <a:r>
              <a:rPr b="1"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10. Suggest other actions	</a:t>
            </a:r>
            <a:r>
              <a:rPr b="1"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Progress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11. Sort plants				</a:t>
            </a:r>
            <a:r>
              <a:rPr b="1"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nl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do still need a lot of tests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497500" y="2118900"/>
            <a:ext cx="38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nl" sz="3120">
                <a:latin typeface="Verdana"/>
                <a:ea typeface="Verdana"/>
                <a:cs typeface="Verdana"/>
                <a:sym typeface="Verdana"/>
              </a:rPr>
              <a:t>Demo Plantfolio</a:t>
            </a:r>
            <a:endParaRPr b="1" sz="312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Reflection - what went well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01100" y="1241850"/>
            <a:ext cx="68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Git issues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Issue structure → Labeling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Prioritisation → must-haves mostly done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Pair programming for difficult tasks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-75400" l="-164010" r="164010" t="75400"/>
          <a:stretch/>
        </p:blipFill>
        <p:spPr>
          <a:xfrm>
            <a:off x="5916300" y="1419263"/>
            <a:ext cx="809036" cy="11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5" y="3349939"/>
            <a:ext cx="1259076" cy="179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Reflection - what can improve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54825" y="1217500"/>
            <a:ext cx="78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with 5 at a time is difficult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Split each UI window in separate file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Denzel’s late night coding sprees (division of labour)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Lock him out during Christmas Holidays and catch up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Underestimated the extent of the GUI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5" y="3282649"/>
            <a:ext cx="1306325" cy="186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Planning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235500" y="1266250"/>
            <a:ext cx="85206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End of Holidays: Must-haves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Sorting, recommendations and notifications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 7: Debugging and cleaning up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 8: Should-have requirements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Display state of plant in overview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Uploading and assigning picture of plant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Caretaking instructions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Moving plants recommendations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User preferences for watering times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Graveyard (could-have)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 9: Prepare presentation and finishing touches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 10: Presentation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750" y="1266250"/>
            <a:ext cx="1417561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5674" y="2325175"/>
            <a:ext cx="1121126" cy="15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b="1" lang="nl">
                <a:latin typeface="Verdana"/>
                <a:ea typeface="Verdana"/>
                <a:cs typeface="Verdana"/>
                <a:sym typeface="Verdana"/>
              </a:rPr>
              <a:t>easibility for must-haves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66250"/>
            <a:ext cx="85206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Notifications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Small bugs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Methods for sorting work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into functional UI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is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into functional UI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Sorting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Functions are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into functional UI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Big part of UI was already done in 1 week → rest should be feasible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750" y="1266250"/>
            <a:ext cx="1417561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5674" y="2325175"/>
            <a:ext cx="1121126" cy="15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50" y="819488"/>
            <a:ext cx="3549600" cy="32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>
            <p:ph type="title"/>
          </p:nvPr>
        </p:nvSpPr>
        <p:spPr>
          <a:xfrm>
            <a:off x="3880775" y="2167663"/>
            <a:ext cx="1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nl" sz="3120">
                <a:latin typeface="Verdana"/>
                <a:ea typeface="Verdana"/>
                <a:cs typeface="Verdana"/>
                <a:sym typeface="Verdana"/>
              </a:rPr>
              <a:t>Q&amp;A</a:t>
            </a:r>
            <a:endParaRPr b="1" sz="312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62760"/>
      </a:dk1>
      <a:lt1>
        <a:srgbClr val="A5CC9F"/>
      </a:lt1>
      <a:dk2>
        <a:srgbClr val="E6D95A"/>
      </a:dk2>
      <a:lt2>
        <a:srgbClr val="893437"/>
      </a:lt2>
      <a:accent1>
        <a:srgbClr val="187317"/>
      </a:accent1>
      <a:accent2>
        <a:srgbClr val="7DCC7D"/>
      </a:accent2>
      <a:accent3>
        <a:srgbClr val="B96A6D"/>
      </a:accent3>
      <a:accent4>
        <a:srgbClr val="590003"/>
      </a:accent4>
      <a:accent5>
        <a:srgbClr val="385586"/>
      </a:accent5>
      <a:accent6>
        <a:srgbClr val="7C95B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