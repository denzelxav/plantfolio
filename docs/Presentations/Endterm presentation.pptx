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Owen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2784e56b6c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2784e56b6c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Owen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2784e56b6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2784e56b6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nl"/>
              <a:t>Denzel</a:t>
            </a:r>
            <a:endParaRPr>
              <a:solidFill>
                <a:srgbClr val="062760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1d784d34a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1d784d34a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Wybe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e836aec06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e836aec06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Wybe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d784d34a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d784d34a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Freya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784e56b6c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2784e56b6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Freya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e836aec06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e836aec06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Yiri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513900" y="2791450"/>
            <a:ext cx="2116200" cy="5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 sz="29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Group 10</a:t>
            </a:r>
            <a:endParaRPr b="1" sz="29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246905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004850" y="3554750"/>
            <a:ext cx="7134300" cy="10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500">
                <a:solidFill>
                  <a:schemeClr val="dk1"/>
                </a:solidFill>
              </a:rPr>
              <a:t>Freya van Apeldoorn, Wybe Mijnendonckx, Owen Moon, </a:t>
            </a:r>
            <a:r>
              <a:rPr lang="nl" sz="1500">
                <a:solidFill>
                  <a:schemeClr val="dk1"/>
                </a:solidFill>
              </a:rPr>
              <a:t>Denzel Träger, </a:t>
            </a:r>
            <a:r>
              <a:rPr lang="nl" sz="1500">
                <a:solidFill>
                  <a:schemeClr val="dk1"/>
                </a:solidFill>
              </a:rPr>
              <a:t>Yiri Zwart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500">
                <a:solidFill>
                  <a:schemeClr val="dk1"/>
                </a:solidFill>
              </a:rPr>
              <a:t>TA: Rok Štular</a:t>
            </a:r>
            <a:endParaRPr b="1" sz="1500">
              <a:solidFill>
                <a:srgbClr val="3F4350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500">
                <a:solidFill>
                  <a:schemeClr val="dk1"/>
                </a:solidFill>
              </a:rPr>
              <a:t>Prof. : Ivar de Bruin, Fenia Availoglou 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>
                <a:latin typeface="Verdana"/>
                <a:ea typeface="Verdana"/>
                <a:cs typeface="Verdana"/>
                <a:sym typeface="Verdana"/>
              </a:rPr>
              <a:t>Progress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Must-haves: </a:t>
            </a: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All finished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Should-haves: </a:t>
            </a: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All but 2 finished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Could-haves: </a:t>
            </a: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 finished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929" y="0"/>
            <a:ext cx="1259071" cy="115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2287" y="3349955"/>
            <a:ext cx="1259076" cy="1793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9446" y="3349952"/>
            <a:ext cx="1259076" cy="1793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12637" y="3349958"/>
            <a:ext cx="1259076" cy="179354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2797263" y="3222325"/>
            <a:ext cx="3499500" cy="28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575" y="569300"/>
            <a:ext cx="4405375" cy="37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>
            <p:ph type="title"/>
          </p:nvPr>
        </p:nvSpPr>
        <p:spPr>
          <a:xfrm>
            <a:off x="3617250" y="2167663"/>
            <a:ext cx="190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nl" sz="3120">
                <a:latin typeface="Verdana"/>
                <a:ea typeface="Verdana"/>
                <a:cs typeface="Verdana"/>
                <a:sym typeface="Verdana"/>
              </a:rPr>
              <a:t>Demo</a:t>
            </a:r>
            <a:endParaRPr b="1" sz="312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4929" y="0"/>
            <a:ext cx="1259071" cy="11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>
                <a:latin typeface="Verdana"/>
                <a:ea typeface="Verdana"/>
                <a:cs typeface="Verdana"/>
                <a:sym typeface="Verdana"/>
              </a:rPr>
              <a:t>Reflection - what we improved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01100" y="1241850"/>
            <a:ext cx="683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TA meetings were less passive after midterm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Less questions and more reporting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Issues structured better and more specific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More tests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Workload more balanced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Branch structure less messy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Working more individually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Got more work done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929" y="0"/>
            <a:ext cx="1259071" cy="115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 rotWithShape="1">
          <a:blip r:embed="rId4">
            <a:alphaModFix/>
          </a:blip>
          <a:srcRect b="-75400" l="-164010" r="164010" t="75400"/>
          <a:stretch/>
        </p:blipFill>
        <p:spPr>
          <a:xfrm>
            <a:off x="5916300" y="1419263"/>
            <a:ext cx="809036" cy="11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4925" y="3349939"/>
            <a:ext cx="1259076" cy="17935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>
                <a:latin typeface="Verdana"/>
                <a:ea typeface="Verdana"/>
                <a:cs typeface="Verdana"/>
                <a:sym typeface="Verdana"/>
              </a:rPr>
              <a:t>Reflection - what could have been better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254825" y="1217500"/>
            <a:ext cx="7854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Working less individually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Communication was more difficult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didn’t really take use-cases into account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didn’t use issue weights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 could have had more </a:t>
            </a: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extensive</a:t>
            </a: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reviews on merge requests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929" y="0"/>
            <a:ext cx="1259071" cy="115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4925" y="3282649"/>
            <a:ext cx="1306325" cy="186085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>
                <a:latin typeface="Verdana"/>
                <a:ea typeface="Verdana"/>
                <a:cs typeface="Verdana"/>
                <a:sym typeface="Verdana"/>
              </a:rPr>
              <a:t>Future development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235500" y="1266250"/>
            <a:ext cx="6760500" cy="37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Implementing a custom map of your house so you can see the spots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Makes application more intuitive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Recognizing the plant species by uploading a picture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Helps for plants that the user already owns/got as a gift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Help identify sickness and parasites in a plant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Helps user keep plants alive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929" y="0"/>
            <a:ext cx="1259071" cy="115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7950" y="2437875"/>
            <a:ext cx="1417561" cy="13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22874" y="3496800"/>
            <a:ext cx="1121126" cy="159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nl">
                <a:latin typeface="Verdana"/>
                <a:ea typeface="Verdana"/>
                <a:cs typeface="Verdana"/>
                <a:sym typeface="Verdana"/>
              </a:rPr>
              <a:t>Future development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235500" y="1266250"/>
            <a:ext cx="6760500" cy="371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Improve accuracy of health determination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Improves functionality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Improve sunlight conditions/hours determination based on geographic location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Also improves accuracy/functionality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-"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Make GUI adapt to window size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→ Improves user experience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929" y="0"/>
            <a:ext cx="1259071" cy="115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7950" y="2437875"/>
            <a:ext cx="1417561" cy="13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22874" y="3496800"/>
            <a:ext cx="1121126" cy="159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1950" y="819488"/>
            <a:ext cx="3549600" cy="326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 txBox="1"/>
          <p:nvPr>
            <p:ph type="title"/>
          </p:nvPr>
        </p:nvSpPr>
        <p:spPr>
          <a:xfrm>
            <a:off x="3880775" y="2167663"/>
            <a:ext cx="143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nl" sz="3120">
                <a:latin typeface="Verdana"/>
                <a:ea typeface="Verdana"/>
                <a:cs typeface="Verdana"/>
                <a:sym typeface="Verdana"/>
              </a:rPr>
              <a:t>Q&amp;A</a:t>
            </a:r>
            <a:endParaRPr b="1" sz="312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84929" y="0"/>
            <a:ext cx="1259071" cy="11524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62760"/>
      </a:dk1>
      <a:lt1>
        <a:srgbClr val="A5CC9F"/>
      </a:lt1>
      <a:dk2>
        <a:srgbClr val="062760"/>
      </a:dk2>
      <a:lt2>
        <a:srgbClr val="893437"/>
      </a:lt2>
      <a:accent1>
        <a:srgbClr val="187317"/>
      </a:accent1>
      <a:accent2>
        <a:srgbClr val="7DCC7D"/>
      </a:accent2>
      <a:accent3>
        <a:srgbClr val="B96A6D"/>
      </a:accent3>
      <a:accent4>
        <a:srgbClr val="590003"/>
      </a:accent4>
      <a:accent5>
        <a:srgbClr val="385586"/>
      </a:accent5>
      <a:accent6>
        <a:srgbClr val="7C95B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